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72" r:id="rId16"/>
    <p:sldId id="265" r:id="rId17"/>
    <p:sldId id="26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0" userDrawn="1">
          <p15:clr>
            <a:srgbClr val="A4A3A4"/>
          </p15:clr>
        </p15:guide>
        <p15:guide id="2" pos="5201" userDrawn="1">
          <p15:clr>
            <a:srgbClr val="A4A3A4"/>
          </p15:clr>
        </p15:guide>
        <p15:guide id="3" orient="horz" pos="96" userDrawn="1">
          <p15:clr>
            <a:srgbClr val="A4A3A4"/>
          </p15:clr>
        </p15:guide>
        <p15:guide id="4" pos="733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pos="2298" userDrawn="1">
          <p15:clr>
            <a:srgbClr val="A4A3A4"/>
          </p15:clr>
        </p15:guide>
        <p15:guide id="7" pos="7333" userDrawn="1">
          <p15:clr>
            <a:srgbClr val="A4A3A4"/>
          </p15:clr>
        </p15:guide>
        <p15:guide id="8" orient="horz" pos="32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7"/>
    <p:restoredTop sz="94658"/>
  </p:normalViewPr>
  <p:slideViewPr>
    <p:cSldViewPr snapToGrid="0" showGuides="1">
      <p:cViewPr varScale="1">
        <p:scale>
          <a:sx n="93" d="100"/>
          <a:sy n="93" d="100"/>
        </p:scale>
        <p:origin x="156" y="330"/>
      </p:cViewPr>
      <p:guideLst>
        <p:guide orient="horz" pos="1480"/>
        <p:guide pos="5201"/>
        <p:guide orient="horz" pos="96"/>
        <p:guide pos="733"/>
        <p:guide orient="horz" pos="595"/>
        <p:guide pos="2298"/>
        <p:guide pos="7333"/>
        <p:guide orient="horz" pos="32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043A9-3471-BD45-ABC5-939C7B1064EA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2F0AD-5156-3A46-923A-12B11350EDF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038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5376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7541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748F-5FD6-A5A7-CA24-858AF8ED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27160-4926-29DB-AC1E-33378D93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22D0AF-141F-1EED-D61F-5F91B7CD4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DAE27-5AC4-2725-437B-DADE68CDC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2653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FF34-6E6C-6801-BCB7-19F85186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3A783-FBC8-AB5C-A439-BF0C24DEC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C45A4A-322D-7A30-782A-01619AED5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1E878C-5DBD-CFC9-7D8B-9DA4B119A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0799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EE73-5236-689D-32D7-9C6B4BE2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FDADEA-C1C9-486E-0CA2-799E49D2D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A4A45-31FC-5740-A3CD-7AD121194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4ABCE-5DBC-E61A-589F-909772A00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489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12CA-64AB-DDAF-B963-EE5FD2A9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071A9E-D6D7-F919-7DE5-183B11A85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F6CB42-9186-459E-9C05-F66AA2268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302DE-D760-9689-57D3-6768190AE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964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9139-7E53-5A96-9FD6-C6404988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8BA0BC-B3D6-0DAC-2704-E1150DE1D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97A462-00A5-8AD2-07B2-425BF52D0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94FAE-D3CD-2D0F-2462-57995C026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2800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CCD1C-118E-E011-B303-13E64070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222999-D5A3-DAFC-06D3-32F3B8866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42D6ED-7565-AD50-A131-89512B427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093EE-52F0-216F-E055-29D25E3DB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2379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B6D4-4057-4F56-6B53-67E7024B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A9B57-52C9-4AAC-37B0-5E1CF7EA8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EEB7FE-4A0A-A2C7-6C0F-060671B55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69A2D-49A7-F3CC-D1EA-C726B7E7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5573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E519-9CE6-C286-2BB2-F97BA294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7BC356-7C4A-6BC8-667D-1EBCCF507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EDB5AA-27D1-4D7A-E2F5-16EA0DAFC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70451-36E2-F720-35DC-573FF8C75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3152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A287-E45E-0265-F832-F4A11E6C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E44EB-5D00-8DB7-744B-42E6A4A73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B76717-79BC-CD85-D4AC-DE8326047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53598-5DA8-42CD-E798-08AD5B857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3916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4ECB-17D7-976B-69DB-AA66DE8D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FCC5C4-7CEC-FB48-B973-1C57D293D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E67540-4AB8-D45E-7C21-06DF9FBFB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9D3D1D-4D35-E484-84F9-08B523A50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5959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0047-FEF1-9701-B6C3-A7EB5804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64DF9-11BC-6B70-E2FB-F05DA0B34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5C7183-3A6F-14BF-259B-FC6DC55E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AEF44-A0BE-AA3C-FD1D-F7AF5DD73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4248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2F0AD-5156-3A46-923A-12B11350EDF7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471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B436E-7DC7-6CB5-C6CA-4F023A93D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B5A499-D53C-466A-4BE9-1D6D5E929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DB223A-2993-5C6F-D4E5-5E95EAB2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42DA8-7EEE-2412-756F-4A436B65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EB048-7B67-A1A4-5373-DBCD486C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498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5821C-8A30-5A8F-5AD9-E37C5024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5E4CEA-878E-D239-8AB4-8E78CED88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B2E74-1AD5-8BB8-4E2B-BB9BD9E3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D3FA5-91BC-8A60-2990-B39336B5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4DC0C-7267-D11E-84AC-E18DB3E2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479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CAE04-CC7A-9E98-1DD3-581764E4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D7101B-3D93-CA03-03B0-429991A1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E5A575-598F-8C1D-E63C-18009FEB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42C08F-0768-28C0-3BF4-DA99E92B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CA54B-C13F-7395-9610-5C466FE2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12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2F3FE-9B56-AE43-CFE2-23BC33D7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320CF-7F31-BA29-2EA0-627CB3AE6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4CAED9-0F44-E980-7774-D627515A6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CD29B9-E2A8-3B7C-1246-0FF72251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CED95A-E190-9378-C396-B952E378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BAFCA2-CAE4-FC4E-8BE6-56462929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804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835BC-683B-1847-1B1C-57531A55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07AD68-7650-CCBF-38C8-3669A985B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A13A88-DA9F-3F3D-6989-08E52582A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A836A5-BFD4-DEFA-FE39-1078323AE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AC6047-DD42-B83E-DF75-FE6AFB8C5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E28A4A-603F-9707-950E-6BAB6644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6F88D5-B6B3-BCBA-86C2-91D5D924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5BF20-0C8C-B790-34D0-A6011A4E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311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EE2A0-9902-DBC6-3935-884412C4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9E5D66-9A08-FF7A-3108-97B64911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7F4AD-6522-6240-DD43-5F0B8353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B47B42-BA7B-FDE4-959F-726F6895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586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FD66B7-C523-728B-CF5F-20513727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0EFA50-C011-94A4-E6EE-448E8C75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0D1DB-31BE-B967-CC6C-B8A27290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840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A8D4D-96C8-C663-3A8D-93A0DA36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DB446-267F-75E6-DCEF-12E0CC953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CD43DE-1153-7490-C2A8-0897CB228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5B9011-73F2-8443-DE62-47ECB4DA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4CEB1E-AB00-47AB-F805-DDC61FF9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65D8FB-039D-9FCB-A38D-6373E21C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780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CF7F2-166D-FE7C-45A2-E9A6561F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965AD3-3DF1-091F-676C-497094468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07D65F-191C-DE85-0D12-F4070FD7F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838B58-DC09-AEB4-C8FA-1D3198B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DC2B24-3C62-9A08-7F5F-ED70F028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F220DE-87E1-509E-1340-1F789B26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864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4BFE4-CF86-881E-8B10-CAB37481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308657-EEDB-7F57-8CC9-377836E81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2209A-59E2-8513-1CE1-3DB715F1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ACE70-5B2B-D2F7-8CDA-424B2C59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F02EC5-4BEA-0DA5-8300-936145CB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857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8C3562-7CBA-884F-7970-8705EC42E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C03B46-9DD1-891E-111A-27B56A820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2B4B7-D5E9-D27C-BFD8-3AE354FD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BDBFC-FF08-EF54-276B-73A9A42F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54A1BE-385E-5D2A-4974-4B0D5736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120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2560F2-B669-86F3-378E-2D7E5DB5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85A0F-BA42-FAC6-3A1F-E18E87FAF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B3EEEF-4DF1-8964-829B-1A66295EA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3F50C-E170-3649-851A-E71076EE6A6D}" type="datetimeFigureOut">
              <a:rPr kumimoji="1" lang="ko-KR" altLang="en-US" smtClean="0"/>
              <a:t>2025-12-30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78E50-565E-0DAD-689F-965DFF440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61377-DBF2-D68A-07ED-A87F6A912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45F37-D9A0-704B-8A90-7F033BB996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295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e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e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의류, 인간의 얼굴, 사람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82AEA6-12B2-A15D-A7CA-CFA2FB939A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 descr="그래픽, 폰트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23FA7F-E5C1-53BF-FE8F-47FE8B873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189" y="0"/>
            <a:ext cx="7772400" cy="2094904"/>
          </a:xfrm>
          <a:prstGeom prst="rect">
            <a:avLst/>
          </a:prstGeom>
        </p:spPr>
      </p:pic>
      <p:pic>
        <p:nvPicPr>
          <p:cNvPr id="8" name="그림 7" descr="텍스트, 폰트, 스크린샷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A49E25-B44C-A3E5-47D0-9F2F6ECF8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4433" y="1925052"/>
            <a:ext cx="9392653" cy="528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과동영상.mp4">
            <a:hlinkClick r:id="" action="ppaction://media"/>
            <a:extLst>
              <a:ext uri="{FF2B5EF4-FFF2-40B4-BE49-F238E27FC236}">
                <a16:creationId xmlns:a16="http://schemas.microsoft.com/office/drawing/2014/main" id="{8B9063D3-30A4-1EAB-5C30-AB2465D946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7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8F42707F-A990-104B-AAA8-C65EE0E4B82D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E793F6C4-A1A1-CECC-C6A6-8FA27FBFCBBD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F4B3B6F-6506-B058-648C-696B8057C7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3927F1D-6782-5F49-8F8D-6A7E99AB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pic>
        <p:nvPicPr>
          <p:cNvPr id="13" name="그림 12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1DEAC3-A6DF-DD63-4BE2-D6B99B5D0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550" y="608682"/>
            <a:ext cx="3016188" cy="46205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A2B741-EA62-698B-8E36-5831289D1D82}"/>
              </a:ext>
            </a:extLst>
          </p:cNvPr>
          <p:cNvSpPr txBox="1"/>
          <p:nvPr/>
        </p:nvSpPr>
        <p:spPr>
          <a:xfrm>
            <a:off x="7766891" y="5295327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십 자 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A565DBD-7A34-4BEF-867B-CC3EBF325EFE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8735B3E-C79C-4176-B244-372807537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812ADD1-A696-41B7-87E0-671625347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870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1E93-AE96-D14D-3025-08FCCF1C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E928B356-F202-1456-41CA-A186B74A6FBF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A48C76D7-CE7E-11DE-5AE3-66D062D5228C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2384B225-E96F-F993-FD15-0F5F7A33EA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961EA10-5767-93CB-CFFB-60B8A9BBE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pic>
        <p:nvPicPr>
          <p:cNvPr id="13" name="그림 12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0D7680-05A1-08A1-15BC-364E82916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550" y="608682"/>
            <a:ext cx="3016188" cy="46205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E38926-AFC6-5A33-DE9B-855AE67BF7FD}"/>
              </a:ext>
            </a:extLst>
          </p:cNvPr>
          <p:cNvSpPr txBox="1"/>
          <p:nvPr/>
        </p:nvSpPr>
        <p:spPr>
          <a:xfrm>
            <a:off x="7766891" y="5295327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십 자 가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AC3A17C-D2FA-8D78-4241-95824BFF9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980FCE9-7742-4233-A167-66C9E3C67D0F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FF8BD73-730C-47B9-83F1-6561DC05E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47C2735-FEE1-443A-A9D7-13BDB1FCC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136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1D5C-5151-C674-8C24-085DDCA2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5DA61EE0-82B8-C4D8-F176-5C15A4CAAAF3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25DFE34A-07A4-ACB0-F4A9-EE641CB15DD9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8023DB0-A85C-EC20-1C76-C4BDE70E1E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44BD80-2121-3B12-49FF-4A7785483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643893-CBC0-C471-25B5-670A156C5A45}"/>
              </a:ext>
            </a:extLst>
          </p:cNvPr>
          <p:cNvSpPr txBox="1"/>
          <p:nvPr/>
        </p:nvSpPr>
        <p:spPr>
          <a:xfrm>
            <a:off x="8361802" y="529532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초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1DB3A4-E59A-ECC0-FC94-BBD884658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5" name="그림 4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B6FC45-82B1-DE75-E647-07C65CE8C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21" y="377328"/>
            <a:ext cx="3306323" cy="506500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E8BD8BB-52DD-42EE-BEA1-8F305F9859F2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C8D9A5-C55A-401E-8B47-B8030BD15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2A969C7-A1DA-4947-A748-2ED960EE0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7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D027-DD7C-3DB0-C660-08339534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78A147F2-9BFD-056E-AB0E-676908B8F52A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7A8C361B-344C-B321-8661-C351113B3FF2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AE108C2-9626-346D-95BA-C029E1AC78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838234-FED5-187C-C5EC-3AEF672B7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827514-B8AE-FC67-94FF-F58DF5B14493}"/>
              </a:ext>
            </a:extLst>
          </p:cNvPr>
          <p:cNvSpPr txBox="1"/>
          <p:nvPr/>
        </p:nvSpPr>
        <p:spPr>
          <a:xfrm>
            <a:off x="8361802" y="529532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초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F62CB9-010D-AA48-B3B9-DF0189077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5" name="그림 4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22D0CF-7150-C8EB-D6E8-553B51879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19" y="377328"/>
            <a:ext cx="3306323" cy="5065005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67E4AEC-FF76-A3E4-A154-16B706E8D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5E26488-447A-454E-8EC6-62B7B9244131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84E00FD-BB7F-4CFF-B7F4-D624712B8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421FC85-457A-450C-81FB-22EE3F9B2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564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3913-1AD5-0C0A-C6CF-9BDE16D8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35E7971D-2034-BE82-FE07-2C204C408A06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6DB16678-4877-A860-D8A9-F9A2E5A0B1D2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11292C0-3DE6-0E4B-A456-3A32B6ADD2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9DC814-E730-3A89-821E-35BFAE21D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07249E-92D9-3C51-2EF3-9602880E5E26}"/>
              </a:ext>
            </a:extLst>
          </p:cNvPr>
          <p:cNvSpPr txBox="1"/>
          <p:nvPr/>
        </p:nvSpPr>
        <p:spPr>
          <a:xfrm>
            <a:off x="7618852" y="53239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성합</a:t>
            </a:r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3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성작</a:t>
            </a:r>
            <a:endParaRPr kumimoji="1" lang="ko-KR" altLang="en-US" sz="3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BF94F2-96BC-27FF-AD49-61DA39973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1B5DE4-6742-AA5E-4ADA-368051293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7BCE501-3DFE-199D-A2E8-611B86CC9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538" y="1470025"/>
            <a:ext cx="6166905" cy="37592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1E83310-380E-4DDD-8E0A-C4CA4A5C5E2B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4EC4A15-BB8E-4280-8104-9BEF4887A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57A6D3B-0599-454E-8D45-8A7B6FE34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317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2E2D-2ABB-C5A4-94AD-A10AFC98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42E05BE8-B3F1-3653-8DAA-725E1D97B734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4988C20D-7E37-704B-8E81-6A957614E1DA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0DAD103-7381-CD67-1CEF-49245E284E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D99A9A-A9DE-7AFF-75CD-9BCB607A0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EC4B84-1987-F51E-A755-00D6710CF8FC}"/>
              </a:ext>
            </a:extLst>
          </p:cNvPr>
          <p:cNvSpPr txBox="1"/>
          <p:nvPr/>
        </p:nvSpPr>
        <p:spPr>
          <a:xfrm>
            <a:off x="7618852" y="53239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성합</a:t>
            </a:r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3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성작</a:t>
            </a:r>
            <a:endParaRPr kumimoji="1" lang="ko-KR" altLang="en-US" sz="3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5B6C67-94EA-48D1-A55F-D268FAC62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2C4AB6-8B55-CC85-B153-CCD913688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38889E-8E9F-E57C-1A3E-899F32144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538" y="1470025"/>
            <a:ext cx="6166905" cy="3759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6C5CD8-6052-2C27-F8BC-BF535ED02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69D0ED-1084-472D-BD3F-6554033DAA30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E2F6F5-D897-4C4F-899A-F368387B1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0600D96-112A-421A-9DE3-8DBFF7B4B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221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4524-90E0-788E-B88C-A8121E0C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2F475264-1446-D222-6E72-F4A16DF3848C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CA84A117-B98B-6436-F8F1-5A4E2C14B832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E8BA325-EDCF-4171-4F74-FADF738D41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309371-FE42-6C71-A9F9-1527298B0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6E9FD2-CF37-0F25-5D44-8FCF6FBDA3AA}"/>
              </a:ext>
            </a:extLst>
          </p:cNvPr>
          <p:cNvSpPr txBox="1"/>
          <p:nvPr/>
        </p:nvSpPr>
        <p:spPr>
          <a:xfrm>
            <a:off x="8097823" y="5323901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감 실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1F74F-8508-D68A-BB56-ACED7A50C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891D0EB-922A-0635-FCAF-00BB4FD79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0C04EA-9842-66CC-858A-4B7B05B1F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8" name="그림 7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591F669-C63D-A999-7041-16C7A376A6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931" y="1387927"/>
            <a:ext cx="3463698" cy="368819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D312B0-B7A8-482F-A478-F08962E51E29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822D8AD-30A6-4298-B300-0723210E2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333DC66-304D-44C7-898D-ECA40201D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614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C1E4-7A1C-A762-63F2-F8B38796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4CC9A2D3-5702-DCCB-A217-61F4034DE57A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F7BF3E2A-A367-5566-3603-71B1E50D091F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03CACE9-D198-C966-1A8C-1E7F0F3732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924A43-243F-8AE1-1BA1-73358C0A7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661AAA-1687-0106-721E-2547D170352F}"/>
              </a:ext>
            </a:extLst>
          </p:cNvPr>
          <p:cNvSpPr txBox="1"/>
          <p:nvPr/>
        </p:nvSpPr>
        <p:spPr>
          <a:xfrm>
            <a:off x="8097823" y="5323901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감 실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B39C04-0082-71AE-B8ED-1946D2BDF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2E4825D-40A5-1B58-E5CF-95CBCECBD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DB180E-7414-EA7F-97BB-A5FC1F13AA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8" name="그림 7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BC177A-8C40-5313-E046-0417B2F438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931" y="1387927"/>
            <a:ext cx="3463698" cy="3688197"/>
          </a:xfrm>
          <a:prstGeom prst="rect">
            <a:avLst/>
          </a:prstGeom>
        </p:spPr>
      </p:pic>
      <p:pic>
        <p:nvPicPr>
          <p:cNvPr id="6" name="그림 5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B75719-26E7-008C-24F2-C91EB532AE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92" y="2059006"/>
            <a:ext cx="442771" cy="47146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6FFD1FB-FC42-4B52-83EF-70A24A16499B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D31D4E5-7A1D-447D-AE36-7B2662B26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F54D42-363D-4F7B-98BC-5A4E5CA27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635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1E2A-8F9B-5D3C-84B0-BFEDD68E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B1487566-E344-4686-CDCA-8635277EC0E9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F2D42368-F08E-3D4A-FE94-89F64271B5A1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2F264875-0B22-3320-E246-6B51650AD5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31776D-05E7-767C-8213-ABF6BC9A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896491-40BA-38C8-92C7-97884A7F2238}"/>
              </a:ext>
            </a:extLst>
          </p:cNvPr>
          <p:cNvSpPr txBox="1"/>
          <p:nvPr/>
        </p:nvSpPr>
        <p:spPr>
          <a:xfrm>
            <a:off x="8097823" y="5323901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복 사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467896-E8B7-C00A-1032-F4AC8846D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4136F6-F432-C223-99F9-BEA3DB822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C956F6-42EC-0E25-C9A4-FFC2055CD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6" name="그림 5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BEFC7BF-1552-35B3-8D0D-BEFB9BD409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92" y="2059006"/>
            <a:ext cx="442771" cy="471469"/>
          </a:xfrm>
          <a:prstGeom prst="rect">
            <a:avLst/>
          </a:prstGeom>
        </p:spPr>
      </p:pic>
      <p:pic>
        <p:nvPicPr>
          <p:cNvPr id="10" name="그림 9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16F5FD-8CDC-FF00-7AF3-6C501D0DB5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351" y="1327150"/>
            <a:ext cx="2348576" cy="3666881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3EA1C456-726A-49A8-A375-B3C15A606D1E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8AC0D8F-F842-422E-BCA7-D23EA9CCA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E48C00B-DBAC-4285-8322-0A7ED6A11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169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EC69-0474-345D-7D4D-E4D48DA1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502B4D35-2206-7BF1-4528-C6A0CF1F4705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6BB81B59-9C4F-9630-2F99-5D6DB52B621A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8FEEFD2-E0BA-4A62-66A3-9AF0B71F7F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58C5DA-97EF-DC0B-50C6-CDF16D3E9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1DD6FA-3E99-1E52-D4DF-C83191F94B86}"/>
              </a:ext>
            </a:extLst>
          </p:cNvPr>
          <p:cNvSpPr txBox="1"/>
          <p:nvPr/>
        </p:nvSpPr>
        <p:spPr>
          <a:xfrm>
            <a:off x="8097823" y="5323901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복 사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08BB49-0594-4999-FA86-29EBFAA36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572C0B-0B67-C8AC-476F-F8256B77B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6CBEE6-1E75-11C2-724C-E7962615F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6" name="그림 5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E170F86-7067-5864-2A96-2299CF7865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92" y="2059006"/>
            <a:ext cx="442771" cy="471469"/>
          </a:xfrm>
          <a:prstGeom prst="rect">
            <a:avLst/>
          </a:prstGeom>
        </p:spPr>
      </p:pic>
      <p:pic>
        <p:nvPicPr>
          <p:cNvPr id="10" name="그림 9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81F840-8E56-EDE0-3517-F52D83272E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351" y="1327150"/>
            <a:ext cx="2348576" cy="3666881"/>
          </a:xfrm>
          <a:prstGeom prst="rect">
            <a:avLst/>
          </a:prstGeom>
        </p:spPr>
      </p:pic>
      <p:pic>
        <p:nvPicPr>
          <p:cNvPr id="7" name="그림 6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A7C5D1-A0D5-3F27-539E-2E63CB4429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8830" y="2499677"/>
            <a:ext cx="688963" cy="1075693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AACB7822-03CA-4A44-98A2-0B2FD6CA1570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02B484-C0F0-4F05-8B26-22BF90BEB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A1C4752-BF11-4718-B284-309C1A09B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51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6EA1-0AC6-6D28-F7BD-9C4CB373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58DD0383-294B-A322-D5C4-708EA09A2786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024E8D74-2BC4-7342-1C14-D64A463BC02E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A00DD5B-F3E3-2EEA-5B48-D291190AED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15F3BC5-F341-4EB5-0C5C-80A0047F7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1CB2A6-787B-33C3-B20E-A6232FD9129B}"/>
              </a:ext>
            </a:extLst>
          </p:cNvPr>
          <p:cNvSpPr txBox="1"/>
          <p:nvPr/>
        </p:nvSpPr>
        <p:spPr>
          <a:xfrm>
            <a:off x="7793023" y="5336601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성 수 대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CC3A76-07CA-AF44-C3AC-80C980104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598D19-D07A-02AB-A256-05DD0D39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60425A-18F6-391D-0797-0C05CCA46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6" name="그림 5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D014E5-E9E8-B46C-F7DB-66CEFB461F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92" y="2059006"/>
            <a:ext cx="442771" cy="471469"/>
          </a:xfrm>
          <a:prstGeom prst="rect">
            <a:avLst/>
          </a:prstGeom>
        </p:spPr>
      </p:pic>
      <p:pic>
        <p:nvPicPr>
          <p:cNvPr id="7" name="그림 6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144CA8-04B7-95CA-3667-F500BF4383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8830" y="2499677"/>
            <a:ext cx="688963" cy="1075693"/>
          </a:xfrm>
          <a:prstGeom prst="rect">
            <a:avLst/>
          </a:prstGeom>
        </p:spPr>
      </p:pic>
      <p:pic>
        <p:nvPicPr>
          <p:cNvPr id="11" name="그림 10" descr="예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80026A-7A96-3E88-B544-0C652A433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6800" y="1225550"/>
            <a:ext cx="2336800" cy="42037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2E83C0-67E3-42C3-8FFC-7C9986F18726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C8487F9-41BC-4770-AB67-BF13096FC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FE71F56-FC9A-4EF7-93CD-E79482F6B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641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79DF-738B-F0A4-042F-F95F5428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3;p3">
            <a:extLst>
              <a:ext uri="{FF2B5EF4-FFF2-40B4-BE49-F238E27FC236}">
                <a16:creationId xmlns:a16="http://schemas.microsoft.com/office/drawing/2014/main" id="{820A6E02-EEB9-3507-E7E5-5DB0B155AEB3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04;p3">
            <a:extLst>
              <a:ext uri="{FF2B5EF4-FFF2-40B4-BE49-F238E27FC236}">
                <a16:creationId xmlns:a16="http://schemas.microsoft.com/office/drawing/2014/main" id="{2B986DEC-25CA-F176-0AB7-127AE1AFB864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299160DF-4DD7-14A2-ED38-42BBE4B8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7072543" y="5229225"/>
            <a:ext cx="3429000" cy="769921"/>
          </a:xfrm>
          <a:prstGeom prst="rect">
            <a:avLst/>
          </a:prstGeom>
        </p:spPr>
      </p:pic>
      <p:pic>
        <p:nvPicPr>
          <p:cNvPr id="9" name="그림 8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BA3E719-98C1-0657-296C-E3C1BA522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639" y="944563"/>
            <a:ext cx="3966778" cy="5913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7F9CEC-199A-8168-F168-B80DDC4D056C}"/>
              </a:ext>
            </a:extLst>
          </p:cNvPr>
          <p:cNvSpPr txBox="1"/>
          <p:nvPr/>
        </p:nvSpPr>
        <p:spPr>
          <a:xfrm>
            <a:off x="7793023" y="5336601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성 수 대</a:t>
            </a:r>
          </a:p>
        </p:txBody>
      </p:sp>
      <p:pic>
        <p:nvPicPr>
          <p:cNvPr id="2" name="그림 1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27CE715-CC78-EADD-926D-35E35FA3D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444" y="1012099"/>
            <a:ext cx="865834" cy="1326384"/>
          </a:xfrm>
          <a:prstGeom prst="rect">
            <a:avLst/>
          </a:prstGeom>
        </p:spPr>
      </p:pic>
      <p:pic>
        <p:nvPicPr>
          <p:cNvPr id="4" name="그림 3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CB2517-A8DD-7A02-32A0-E5E6CE6D67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384" y="2526620"/>
            <a:ext cx="330442" cy="5062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597E25-ADE7-B8EC-49F0-ABD3D1EB0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0737" y="2699842"/>
            <a:ext cx="430516" cy="262433"/>
          </a:xfrm>
          <a:prstGeom prst="rect">
            <a:avLst/>
          </a:prstGeom>
        </p:spPr>
      </p:pic>
      <p:pic>
        <p:nvPicPr>
          <p:cNvPr id="6" name="그림 5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69EEDD-347D-B1CD-3FBF-8EE3DB33AD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92" y="2059006"/>
            <a:ext cx="442771" cy="471469"/>
          </a:xfrm>
          <a:prstGeom prst="rect">
            <a:avLst/>
          </a:prstGeom>
        </p:spPr>
      </p:pic>
      <p:pic>
        <p:nvPicPr>
          <p:cNvPr id="7" name="그림 6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72FAB4-95D2-A989-80F2-00600828A1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8830" y="2499677"/>
            <a:ext cx="688963" cy="1075693"/>
          </a:xfrm>
          <a:prstGeom prst="rect">
            <a:avLst/>
          </a:prstGeom>
        </p:spPr>
      </p:pic>
      <p:pic>
        <p:nvPicPr>
          <p:cNvPr id="11" name="그림 10" descr="예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A1BEB8-71D6-673B-C271-597F6C0FAE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6800" y="1225550"/>
            <a:ext cx="2336800" cy="4203700"/>
          </a:xfrm>
          <a:prstGeom prst="rect">
            <a:avLst/>
          </a:prstGeom>
        </p:spPr>
      </p:pic>
      <p:pic>
        <p:nvPicPr>
          <p:cNvPr id="8" name="그림 7" descr="예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D0555D-368C-916F-2692-F7252E8A80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8692" y="5899524"/>
            <a:ext cx="516108" cy="92843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E5C28668-D7F0-4C95-99C4-13A30CC7D6CB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ABC7735-57B9-4489-9856-3A6738BFC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778F51F-FDF5-46F8-9B4E-C4B6C853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542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3">
            <a:extLst>
              <a:ext uri="{FF2B5EF4-FFF2-40B4-BE49-F238E27FC236}">
                <a16:creationId xmlns:a16="http://schemas.microsoft.com/office/drawing/2014/main" id="{1613620B-6D9C-7D59-71AB-B22A1E1A5AED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4;p3">
            <a:extLst>
              <a:ext uri="{FF2B5EF4-FFF2-40B4-BE49-F238E27FC236}">
                <a16:creationId xmlns:a16="http://schemas.microsoft.com/office/drawing/2014/main" id="{4990B059-085A-71BC-A0E4-335DEB72BC52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58F6C-8256-CAEF-D8F8-ECD055073DC9}"/>
              </a:ext>
            </a:extLst>
          </p:cNvPr>
          <p:cNvSpPr txBox="1"/>
          <p:nvPr/>
        </p:nvSpPr>
        <p:spPr>
          <a:xfrm flipH="1">
            <a:off x="805299" y="2058135"/>
            <a:ext cx="2230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십 자 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1899D0-4503-3A38-7021-7A3339B45E0B}"/>
              </a:ext>
            </a:extLst>
          </p:cNvPr>
          <p:cNvSpPr txBox="1"/>
          <p:nvPr/>
        </p:nvSpPr>
        <p:spPr>
          <a:xfrm flipH="1">
            <a:off x="740469" y="3287365"/>
            <a:ext cx="2230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FBC998-DFD4-2794-1A4C-A28793BF6F2E}"/>
              </a:ext>
            </a:extLst>
          </p:cNvPr>
          <p:cNvSpPr txBox="1"/>
          <p:nvPr/>
        </p:nvSpPr>
        <p:spPr>
          <a:xfrm flipH="1">
            <a:off x="8996855" y="1946112"/>
            <a:ext cx="2574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감 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6F2825-50D4-7163-297B-773E91471AD1}"/>
              </a:ext>
            </a:extLst>
          </p:cNvPr>
          <p:cNvSpPr txBox="1"/>
          <p:nvPr/>
        </p:nvSpPr>
        <p:spPr>
          <a:xfrm flipH="1">
            <a:off x="633092" y="4468772"/>
            <a:ext cx="2574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 err="1">
                <a:latin typeface="+mj-lt"/>
                <a:ea typeface="NanumGothic" panose="020D0604000000000000" pitchFamily="34" charset="-127"/>
              </a:rPr>
              <a:t>성합</a:t>
            </a:r>
            <a:r>
              <a:rPr kumimoji="1" lang="en-US" altLang="ko-KR" sz="4000" b="1" dirty="0">
                <a:latin typeface="+mj-lt"/>
                <a:ea typeface="NanumGothic" panose="020D0604000000000000" pitchFamily="34" charset="-127"/>
              </a:rPr>
              <a:t>,</a:t>
            </a:r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 </a:t>
            </a:r>
            <a:r>
              <a:rPr kumimoji="1" lang="ko-KR" altLang="en-US" sz="4000" b="1" dirty="0" err="1">
                <a:latin typeface="+mj-lt"/>
                <a:ea typeface="NanumGothic" panose="020D0604000000000000" pitchFamily="34" charset="-127"/>
              </a:rPr>
              <a:t>성작</a:t>
            </a:r>
            <a:endParaRPr kumimoji="1" lang="ko-KR" altLang="en-US" sz="4000" b="1" dirty="0">
              <a:latin typeface="+mj-lt"/>
              <a:ea typeface="NanumGothic" panose="020D0604000000000000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A19978-EE0F-977A-9A42-F01EF14E7888}"/>
              </a:ext>
            </a:extLst>
          </p:cNvPr>
          <p:cNvSpPr txBox="1"/>
          <p:nvPr/>
        </p:nvSpPr>
        <p:spPr>
          <a:xfrm flipH="1">
            <a:off x="9066223" y="3209737"/>
            <a:ext cx="2574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복 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5AAB7-B590-A730-5CBA-823CE8BDF735}"/>
              </a:ext>
            </a:extLst>
          </p:cNvPr>
          <p:cNvSpPr txBox="1"/>
          <p:nvPr/>
        </p:nvSpPr>
        <p:spPr>
          <a:xfrm flipH="1">
            <a:off x="9051078" y="4521339"/>
            <a:ext cx="2574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000" b="1" dirty="0">
                <a:latin typeface="+mj-lt"/>
                <a:ea typeface="NanumGothic" panose="020D0604000000000000" pitchFamily="34" charset="-127"/>
              </a:rPr>
              <a:t>성 수 대</a:t>
            </a:r>
          </a:p>
        </p:txBody>
      </p:sp>
      <p:pic>
        <p:nvPicPr>
          <p:cNvPr id="23" name="그림 22" descr="의류, 사람, 만화 영화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A5129D-16CB-23CD-7F5B-D3050CAE7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588" b="1739"/>
          <a:stretch/>
        </p:blipFill>
        <p:spPr>
          <a:xfrm>
            <a:off x="3500438" y="-110840"/>
            <a:ext cx="4756149" cy="6968840"/>
          </a:xfrm>
          <a:prstGeom prst="rect">
            <a:avLst/>
          </a:prstGeom>
        </p:spPr>
      </p:pic>
      <p:pic>
        <p:nvPicPr>
          <p:cNvPr id="24" name="그림 23" descr="상징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080B7E-B600-A433-2D80-F63DAA444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976" y="-26172"/>
            <a:ext cx="1038131" cy="1590328"/>
          </a:xfrm>
          <a:prstGeom prst="rect">
            <a:avLst/>
          </a:prstGeom>
        </p:spPr>
      </p:pic>
      <p:pic>
        <p:nvPicPr>
          <p:cNvPr id="25" name="그림 24" descr="양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62DC65-BDCF-4569-F417-FE2D1BE42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387" y="1759082"/>
            <a:ext cx="396198" cy="6069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2B79885-24B8-466B-A6B5-CB514812B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755" y="1995639"/>
            <a:ext cx="516187" cy="314656"/>
          </a:xfrm>
          <a:prstGeom prst="rect">
            <a:avLst/>
          </a:prstGeom>
        </p:spPr>
      </p:pic>
      <p:pic>
        <p:nvPicPr>
          <p:cNvPr id="27" name="그림 26" descr="시계, 상징, 교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D8678D-196E-8048-A1CE-341B3C619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803" y="1223892"/>
            <a:ext cx="530880" cy="565289"/>
          </a:xfrm>
          <a:prstGeom prst="rect">
            <a:avLst/>
          </a:prstGeom>
        </p:spPr>
      </p:pic>
      <p:pic>
        <p:nvPicPr>
          <p:cNvPr id="28" name="그림 27" descr="만화 영화, 일러스트레이션, 스케치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0448AC-F906-D6E1-14AA-4AA5B0BDFF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914" y="1754667"/>
            <a:ext cx="826064" cy="1289752"/>
          </a:xfrm>
          <a:prstGeom prst="rect">
            <a:avLst/>
          </a:prstGeom>
        </p:spPr>
      </p:pic>
      <p:pic>
        <p:nvPicPr>
          <p:cNvPr id="29" name="그림 28" descr="예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CB6D86-EF4B-B1BF-76E4-E0FE2632C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557" y="5809321"/>
            <a:ext cx="618811" cy="1113188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174219B2-DE23-4BF8-983D-DD37F51688D5}"/>
              </a:ext>
            </a:extLst>
          </p:cNvPr>
          <p:cNvGrpSpPr/>
          <p:nvPr/>
        </p:nvGrpSpPr>
        <p:grpSpPr>
          <a:xfrm>
            <a:off x="0" y="-165881"/>
            <a:ext cx="5446954" cy="1368380"/>
            <a:chOff x="0" y="-165881"/>
            <a:chExt cx="5446954" cy="136838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E2F2B29-71B2-4176-9347-767BB1138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-165881"/>
              <a:ext cx="4887981" cy="1368380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17859801-07BE-464F-907D-3BB928918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87981" y="297512"/>
              <a:ext cx="558973" cy="558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856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03;p3">
            <a:extLst>
              <a:ext uri="{FF2B5EF4-FFF2-40B4-BE49-F238E27FC236}">
                <a16:creationId xmlns:a16="http://schemas.microsoft.com/office/drawing/2014/main" id="{C1A3EBCD-7CD1-2E93-6FE2-011DDB09F59C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04;p3">
            <a:extLst>
              <a:ext uri="{FF2B5EF4-FFF2-40B4-BE49-F238E27FC236}">
                <a16:creationId xmlns:a16="http://schemas.microsoft.com/office/drawing/2014/main" id="{AA3A2141-8244-474D-52F0-47F160E6C504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BA890CA-FB0C-67C7-05B7-A7ABA575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45" r="10345"/>
          <a:stretch/>
        </p:blipFill>
        <p:spPr>
          <a:xfrm>
            <a:off x="1934818" y="917857"/>
            <a:ext cx="8375374" cy="59401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2" name="그림 21" descr="클립아트, 만화 영화, 일러스트레이션, 미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65246C-3A6D-C604-2550-4C9376B4F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294" y="1631950"/>
            <a:ext cx="1462698" cy="1435100"/>
          </a:xfrm>
          <a:prstGeom prst="rect">
            <a:avLst/>
          </a:prstGeom>
        </p:spPr>
      </p:pic>
      <p:pic>
        <p:nvPicPr>
          <p:cNvPr id="24" name="그림 23" descr="만화 영화, 그림, 클립아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B6057B-3DBA-A4B1-0BAF-18DDDBF72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588" y="5045107"/>
            <a:ext cx="1177469" cy="1155253"/>
          </a:xfrm>
          <a:prstGeom prst="rect">
            <a:avLst/>
          </a:prstGeom>
        </p:spPr>
      </p:pic>
      <p:pic>
        <p:nvPicPr>
          <p:cNvPr id="26" name="그림 25" descr="만화 영화, 그래픽, 그래픽 디자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8AA6F16-8B95-251B-2E05-81DBC92C9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719" y="1766269"/>
            <a:ext cx="986182" cy="967575"/>
          </a:xfrm>
          <a:prstGeom prst="rect">
            <a:avLst/>
          </a:prstGeom>
        </p:spPr>
      </p:pic>
      <p:pic>
        <p:nvPicPr>
          <p:cNvPr id="28" name="그림 27" descr="만화 영화, 애니메이션, 클립아트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D95B92A-8B29-5BCA-6721-C33A4A5D7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00" y="1498600"/>
            <a:ext cx="1255590" cy="1231900"/>
          </a:xfrm>
          <a:prstGeom prst="rect">
            <a:avLst/>
          </a:prstGeom>
        </p:spPr>
      </p:pic>
      <p:pic>
        <p:nvPicPr>
          <p:cNvPr id="30" name="그림 29" descr="만화 영화, 클립아트, 일러스트레이션, 애니메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E16ECAA-BF55-75A2-C911-CF85D61E5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100" y="1777760"/>
            <a:ext cx="1320800" cy="1295879"/>
          </a:xfrm>
          <a:prstGeom prst="rect">
            <a:avLst/>
          </a:prstGeom>
        </p:spPr>
      </p:pic>
      <p:pic>
        <p:nvPicPr>
          <p:cNvPr id="32" name="그림 31" descr="클립아트, 미소, 만화 영화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8B126A-3A9B-13FD-C442-9DA275EC13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4800" y="3189376"/>
            <a:ext cx="965200" cy="946989"/>
          </a:xfrm>
          <a:prstGeom prst="rect">
            <a:avLst/>
          </a:prstGeom>
        </p:spPr>
      </p:pic>
      <p:pic>
        <p:nvPicPr>
          <p:cNvPr id="34" name="그림 33" descr="만화 영화, 클립아트, 아니메, 애니메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79E535C-B6EA-38DC-07C7-610BB3A27F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2800" y="3048000"/>
            <a:ext cx="1307367" cy="1282700"/>
          </a:xfrm>
          <a:prstGeom prst="rect">
            <a:avLst/>
          </a:prstGeom>
        </p:spPr>
      </p:pic>
      <p:pic>
        <p:nvPicPr>
          <p:cNvPr id="36" name="그림 35" descr="만화 영화, 클립아트, 인간의 얼굴, 미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7A376C-1AEA-8B8D-2A60-3364085DCF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7809" y="4403823"/>
            <a:ext cx="1308345" cy="1283660"/>
          </a:xfrm>
          <a:prstGeom prst="rect">
            <a:avLst/>
          </a:prstGeom>
        </p:spPr>
      </p:pic>
      <p:pic>
        <p:nvPicPr>
          <p:cNvPr id="40" name="그림 39" descr="클립아트, 만화 영화, 일러스트레이션, 애니메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DA09C8-A2D3-613F-C32B-986CC02390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2662" y="4867934"/>
            <a:ext cx="1355237" cy="1329666"/>
          </a:xfrm>
          <a:prstGeom prst="rect">
            <a:avLst/>
          </a:prstGeom>
        </p:spPr>
      </p:pic>
      <p:pic>
        <p:nvPicPr>
          <p:cNvPr id="42" name="그림 41" descr="클립아트, 만화 영화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07F52D-6423-7182-6878-21F3D41F7D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7217" y="4622800"/>
            <a:ext cx="1436810" cy="14097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156F7ABA-9301-4382-B901-3D3A14C76873}"/>
              </a:ext>
            </a:extLst>
          </p:cNvPr>
          <p:cNvGrpSpPr/>
          <p:nvPr/>
        </p:nvGrpSpPr>
        <p:grpSpPr>
          <a:xfrm>
            <a:off x="-233018" y="0"/>
            <a:ext cx="7085510" cy="1257300"/>
            <a:chOff x="-233018" y="0"/>
            <a:chExt cx="7085510" cy="1257300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234017C-ECC9-4B29-8B00-78FECBC86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3018" y="0"/>
              <a:ext cx="6350000" cy="1257300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1D5EB44-7916-4158-92BA-2D273F98FC45}"/>
                </a:ext>
              </a:extLst>
            </p:cNvPr>
            <p:cNvGrpSpPr/>
            <p:nvPr/>
          </p:nvGrpSpPr>
          <p:grpSpPr>
            <a:xfrm>
              <a:off x="5841044" y="295545"/>
              <a:ext cx="1011448" cy="590345"/>
              <a:chOff x="5918162" y="231948"/>
              <a:chExt cx="1272518" cy="742722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7CF1C3CD-1605-4806-ADC9-D896CB0FD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18162" y="231948"/>
                <a:ext cx="736638" cy="736638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58E32F84-DAAF-4BCB-BE4C-3750DB22A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57217" y="238032"/>
                <a:ext cx="733463" cy="7366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8789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의류, 인간의 얼굴, 사람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9F4DB52-226F-D667-840C-3A8710DB31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144462" y="0"/>
            <a:ext cx="12336462" cy="6939260"/>
          </a:xfrm>
          <a:prstGeom prst="rect">
            <a:avLst/>
          </a:prstGeom>
        </p:spPr>
      </p:pic>
      <p:sp>
        <p:nvSpPr>
          <p:cNvPr id="7" name="Google Shape;103;p3">
            <a:extLst>
              <a:ext uri="{FF2B5EF4-FFF2-40B4-BE49-F238E27FC236}">
                <a16:creationId xmlns:a16="http://schemas.microsoft.com/office/drawing/2014/main" id="{5A092E41-7565-3947-C385-88D186DE28B5}"/>
              </a:ext>
            </a:extLst>
          </p:cNvPr>
          <p:cNvSpPr/>
          <p:nvPr/>
        </p:nvSpPr>
        <p:spPr>
          <a:xfrm rot="10800000">
            <a:off x="11408229" y="-2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4;p3">
            <a:extLst>
              <a:ext uri="{FF2B5EF4-FFF2-40B4-BE49-F238E27FC236}">
                <a16:creationId xmlns:a16="http://schemas.microsoft.com/office/drawing/2014/main" id="{4A233FD8-0D19-E27B-AD9C-7CDD871A82D3}"/>
              </a:ext>
            </a:extLst>
          </p:cNvPr>
          <p:cNvSpPr/>
          <p:nvPr/>
        </p:nvSpPr>
        <p:spPr>
          <a:xfrm>
            <a:off x="0" y="5703998"/>
            <a:ext cx="783771" cy="1154002"/>
          </a:xfrm>
          <a:prstGeom prst="rtTriangle">
            <a:avLst/>
          </a:prstGeom>
          <a:solidFill>
            <a:srgbClr val="64C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FAF858-27EA-E8D5-744A-C72C51AD7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0" y="1168400"/>
            <a:ext cx="7772400" cy="4371975"/>
          </a:xfrm>
          <a:prstGeom prst="rect">
            <a:avLst/>
          </a:prstGeom>
        </p:spPr>
      </p:pic>
      <p:pic>
        <p:nvPicPr>
          <p:cNvPr id="10" name="그림 9" descr="개구리, 만화 영화, 유기체, 식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911BAE-CED8-526C-BCF4-7C826E66A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3187700"/>
            <a:ext cx="4851400" cy="3860800"/>
          </a:xfrm>
          <a:prstGeom prst="rect">
            <a:avLst/>
          </a:prstGeom>
        </p:spPr>
      </p:pic>
      <p:pic>
        <p:nvPicPr>
          <p:cNvPr id="12" name="그림 11" descr="로고, 상징, 폰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EF9370-E5E6-A633-1E23-E05652156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" y="-520700"/>
            <a:ext cx="48514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9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54</Words>
  <Application>Microsoft Office PowerPoint</Application>
  <PresentationFormat>와이드스크린</PresentationFormat>
  <Paragraphs>32</Paragraphs>
  <Slides>17</Slides>
  <Notes>14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Malgun Gothic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Ro Yen</dc:creator>
  <cp:keywords/>
  <dc:description/>
  <cp:lastModifiedBy>yoora na</cp:lastModifiedBy>
  <cp:revision>79</cp:revision>
  <dcterms:created xsi:type="dcterms:W3CDTF">2025-11-05T23:24:21Z</dcterms:created>
  <dcterms:modified xsi:type="dcterms:W3CDTF">2025-12-29T23:50:08Z</dcterms:modified>
  <cp:category/>
</cp:coreProperties>
</file>